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801600" cy="1828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1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C575A-CC49-47AA-A1BE-BDAD59AB5E11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372350" y="1143000"/>
            <a:ext cx="21602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9DA7B-2A8C-46C6-BB83-97C31D380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89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8572500" y="685800"/>
            <a:ext cx="24003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90982-6A1C-B945-AA1A-43CFA32E53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17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99297"/>
            <a:ext cx="9601200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960543"/>
            <a:ext cx="9601200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3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6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455930"/>
            <a:ext cx="11041380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1223857"/>
            <a:ext cx="11041380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07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486833"/>
            <a:ext cx="5440680" cy="11603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486833"/>
            <a:ext cx="5440680" cy="11603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9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97367"/>
            <a:ext cx="11041380" cy="35348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448310"/>
            <a:ext cx="5415676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668020"/>
            <a:ext cx="5415676" cy="9825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448310"/>
            <a:ext cx="5442347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668020"/>
            <a:ext cx="5442347" cy="9825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7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2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58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21920"/>
            <a:ext cx="4128849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263314"/>
            <a:ext cx="6480810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48640"/>
            <a:ext cx="4128849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7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21920"/>
            <a:ext cx="4128849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263314"/>
            <a:ext cx="6480810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48640"/>
            <a:ext cx="4128849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5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2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97367"/>
            <a:ext cx="2760345" cy="15498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97367"/>
            <a:ext cx="8121015" cy="15498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97367"/>
            <a:ext cx="11041380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486833"/>
            <a:ext cx="11041380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695027"/>
            <a:ext cx="288036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E7C1F-6F03-4976-A045-9DF069E92DC7}" type="datetimeFigureOut">
              <a:rPr lang="en-US" smtClean="0"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695027"/>
            <a:ext cx="432054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695027"/>
            <a:ext cx="288036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A8BA-C163-48C0-A7DF-C6900E36A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2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6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VP1954035.t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901" y="150698"/>
            <a:ext cx="1831201" cy="14927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28298" y="953639"/>
            <a:ext cx="5181869" cy="754452"/>
          </a:xfrm>
          <a:prstGeom prst="rect">
            <a:avLst/>
          </a:prstGeom>
          <a:noFill/>
        </p:spPr>
        <p:txBody>
          <a:bodyPr wrap="square" lIns="162417" tIns="81208" rIns="162417" bIns="81208" rtlCol="0">
            <a:spAutoFit/>
          </a:bodyPr>
          <a:lstStyle/>
          <a:p>
            <a:r>
              <a:rPr lang="en-US" sz="1827" b="1" dirty="0">
                <a:solidFill>
                  <a:srgbClr val="FF0000"/>
                </a:solidFill>
                <a:latin typeface="Franklin Gothic Medium"/>
                <a:cs typeface="Franklin Gothic Medium"/>
              </a:rPr>
              <a:t>Community Integration </a:t>
            </a:r>
            <a:br>
              <a:rPr lang="en-US" sz="1827" b="1" dirty="0">
                <a:solidFill>
                  <a:srgbClr val="FF0000"/>
                </a:solidFill>
                <a:latin typeface="Franklin Gothic Medium"/>
                <a:cs typeface="Franklin Gothic Medium"/>
              </a:rPr>
            </a:br>
            <a:r>
              <a:rPr lang="en-US" sz="1827" b="1" dirty="0">
                <a:solidFill>
                  <a:srgbClr val="FF0000"/>
                </a:solidFill>
                <a:latin typeface="Franklin Gothic Medium"/>
                <a:cs typeface="Franklin Gothic Medium"/>
              </a:rPr>
              <a:t>through Co-operative Education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344" y="116087"/>
            <a:ext cx="2289902" cy="15274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298" y="1962"/>
            <a:ext cx="1723893" cy="95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8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3</Words>
  <Application>Microsoft Office PowerPoint</Application>
  <PresentationFormat>Custom</PresentationFormat>
  <Paragraphs>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Franklin Gothic Medium</vt:lpstr>
      <vt:lpstr>Office Theme</vt:lpstr>
      <vt:lpstr>PowerPoint Presentation</vt:lpstr>
      <vt:lpstr>PowerPoint Presentation</vt:lpstr>
    </vt:vector>
  </TitlesOfParts>
  <Company>St. Lawrence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Carolle Boudreau</dc:creator>
  <cp:lastModifiedBy>Carolle Boudreau</cp:lastModifiedBy>
  <cp:revision>2</cp:revision>
  <dcterms:created xsi:type="dcterms:W3CDTF">2015-08-25T11:43:40Z</dcterms:created>
  <dcterms:modified xsi:type="dcterms:W3CDTF">2015-08-25T11:50:32Z</dcterms:modified>
</cp:coreProperties>
</file>